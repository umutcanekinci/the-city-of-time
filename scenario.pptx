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DF248-529B-3838-FF0B-70EB2DFBA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593020-023F-27A8-3CBB-30743E666A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D3CA5B-F61A-A53C-309C-36F63E1833B3}"/>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5" name="Footer Placeholder 4">
            <a:extLst>
              <a:ext uri="{FF2B5EF4-FFF2-40B4-BE49-F238E27FC236}">
                <a16:creationId xmlns:a16="http://schemas.microsoft.com/office/drawing/2014/main" id="{4FE38372-C4A1-045E-BD3C-2BD7043ED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324763-7B50-F643-93F1-358734EBE95A}"/>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3230653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DED0-1DD4-A126-9688-79977F2F83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94EB29-5F52-7E0E-98D1-B2F0123000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B3899-95A5-3868-814C-5B64C5FBD90D}"/>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5" name="Footer Placeholder 4">
            <a:extLst>
              <a:ext uri="{FF2B5EF4-FFF2-40B4-BE49-F238E27FC236}">
                <a16:creationId xmlns:a16="http://schemas.microsoft.com/office/drawing/2014/main" id="{473B3B5F-0CC3-75CF-9490-0E221450AD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A6054C-1598-73CA-89AE-BCBD3C6BE374}"/>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2706675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825F2-07E2-B437-75E8-59B13C1318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19FC50-346D-25BC-3034-FB096D4A09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93B8CA-06D2-FBE4-9E19-C165798F800B}"/>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5" name="Footer Placeholder 4">
            <a:extLst>
              <a:ext uri="{FF2B5EF4-FFF2-40B4-BE49-F238E27FC236}">
                <a16:creationId xmlns:a16="http://schemas.microsoft.com/office/drawing/2014/main" id="{185A623A-11F3-191E-1890-BFC07C5965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EF51E-A62B-3943-12B5-F4C2FE29F0D3}"/>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58421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056A4-29A7-4624-AD0D-C4FC5CD21A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2389E8-B332-DCCA-9F1D-8A9E87DC0B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5EAB9E-ED8D-50EC-CCC5-B1D5AFA151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36BD4A-F0E2-29B0-EFD8-260AE7992B02}"/>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6" name="Footer Placeholder 5">
            <a:extLst>
              <a:ext uri="{FF2B5EF4-FFF2-40B4-BE49-F238E27FC236}">
                <a16:creationId xmlns:a16="http://schemas.microsoft.com/office/drawing/2014/main" id="{4CF9B008-D02B-F3A9-1BC8-FD2A15BDF5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F6C5EA-B20D-75D1-310C-1A7C38835551}"/>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319652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A29A-520E-6950-760A-39754D6BC2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B7988C-8311-2194-6E27-8B85018C43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91C57-8542-9F87-7546-DA6F27863E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E9F56D-9CA4-F87E-0778-0553DD8FFD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14D718-C280-01C9-9E7F-0C10469445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F6B9AC-0E14-ACAE-BC8A-7A7A4C87FDC0}"/>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8" name="Footer Placeholder 7">
            <a:extLst>
              <a:ext uri="{FF2B5EF4-FFF2-40B4-BE49-F238E27FC236}">
                <a16:creationId xmlns:a16="http://schemas.microsoft.com/office/drawing/2014/main" id="{B8E8B307-999A-CB27-5D16-2A9B108E64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7BA1E0-993B-1876-5ADB-D8F9166001B3}"/>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2831743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A62F-8D68-3BA6-DADB-B9F87632B7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4EDA1D-FD2F-BFA2-417F-63563F053A31}"/>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4" name="Footer Placeholder 3">
            <a:extLst>
              <a:ext uri="{FF2B5EF4-FFF2-40B4-BE49-F238E27FC236}">
                <a16:creationId xmlns:a16="http://schemas.microsoft.com/office/drawing/2014/main" id="{400B7619-1B35-3A15-76C3-7AE818CE57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4CBA71-6C91-443B-33EB-3E33B4ADE76C}"/>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581725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048486-0C1D-D9A1-1CD7-AC1D3DB36A9B}"/>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3" name="Footer Placeholder 2">
            <a:extLst>
              <a:ext uri="{FF2B5EF4-FFF2-40B4-BE49-F238E27FC236}">
                <a16:creationId xmlns:a16="http://schemas.microsoft.com/office/drawing/2014/main" id="{32C3081F-39D8-73F9-26E9-9F37012E12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DB1BD0-112A-0908-46BC-FE4DCE915BBA}"/>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2241819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ABEC-120E-1690-6CB5-8CAB479B0B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B09562-E576-ED4D-3FF2-6DF3AB9A3A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EFFD25-22B3-D04E-E01B-ED3F32FEEF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16B19F-A92B-BC9A-7D88-97F9252EA850}"/>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6" name="Footer Placeholder 5">
            <a:extLst>
              <a:ext uri="{FF2B5EF4-FFF2-40B4-BE49-F238E27FC236}">
                <a16:creationId xmlns:a16="http://schemas.microsoft.com/office/drawing/2014/main" id="{7E2A2F83-A788-735F-52F2-C745709DE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36B762-4F0C-B3C6-7DF3-C9F7B9AA7FC2}"/>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127502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81807-F41C-ECC0-074A-04416CDBD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E54CD7-243B-BEA7-CDE8-14302DEDDB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4B197F-FB06-48A4-5686-53255614A6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93FAA9-D102-40B0-7047-46DC3CA25975}"/>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6" name="Footer Placeholder 5">
            <a:extLst>
              <a:ext uri="{FF2B5EF4-FFF2-40B4-BE49-F238E27FC236}">
                <a16:creationId xmlns:a16="http://schemas.microsoft.com/office/drawing/2014/main" id="{3E1CE6BC-A503-8FBA-3A29-1FBBCCA3B7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C59C16-2395-5236-5A74-76CB6A8203D5}"/>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41684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CE28-3E6F-0CEF-2007-5ADC4E4E5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1FAE42-083B-AACA-67C6-41ECBAA0C7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7B263-F93A-8EC4-20C9-AFFAD3B05BD1}"/>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5" name="Footer Placeholder 4">
            <a:extLst>
              <a:ext uri="{FF2B5EF4-FFF2-40B4-BE49-F238E27FC236}">
                <a16:creationId xmlns:a16="http://schemas.microsoft.com/office/drawing/2014/main" id="{16E96F9C-7529-524A-9DEE-9E33C6090D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19CD85-984C-353D-10E8-14943A0B5AE2}"/>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1247305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8110BB-6079-9F1D-6C58-0DF0BEAC7E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7C0DF3-819E-0957-63AB-492AB53B0A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A7836D-81FE-E151-6EEA-2D2CD250CC9E}"/>
              </a:ext>
            </a:extLst>
          </p:cNvPr>
          <p:cNvSpPr>
            <a:spLocks noGrp="1"/>
          </p:cNvSpPr>
          <p:nvPr>
            <p:ph type="dt" sz="half" idx="10"/>
          </p:nvPr>
        </p:nvSpPr>
        <p:spPr/>
        <p:txBody>
          <a:bodyPr/>
          <a:lstStyle/>
          <a:p>
            <a:fld id="{22C89E9A-AB60-3F40-AAED-B6858C8AC26A}" type="datetimeFigureOut">
              <a:rPr lang="en-US" smtClean="0"/>
              <a:t>5/3/25</a:t>
            </a:fld>
            <a:endParaRPr lang="en-US"/>
          </a:p>
        </p:txBody>
      </p:sp>
      <p:sp>
        <p:nvSpPr>
          <p:cNvPr id="5" name="Footer Placeholder 4">
            <a:extLst>
              <a:ext uri="{FF2B5EF4-FFF2-40B4-BE49-F238E27FC236}">
                <a16:creationId xmlns:a16="http://schemas.microsoft.com/office/drawing/2014/main" id="{EABC00D1-48E0-0AF6-894D-D2F53ECFD7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1224D-BB1A-0E00-2372-E0EB3B3F0633}"/>
              </a:ext>
            </a:extLst>
          </p:cNvPr>
          <p:cNvSpPr>
            <a:spLocks noGrp="1"/>
          </p:cNvSpPr>
          <p:nvPr>
            <p:ph type="sldNum" sz="quarter" idx="12"/>
          </p:nvPr>
        </p:nvSpPr>
        <p:spPr/>
        <p:txBody>
          <a:bodyPr/>
          <a:lstStyle/>
          <a:p>
            <a:fld id="{A66C1E89-1FE8-064C-A8F2-8270C9057890}" type="slidenum">
              <a:rPr lang="en-US" smtClean="0"/>
              <a:t>‹#›</a:t>
            </a:fld>
            <a:endParaRPr lang="en-US"/>
          </a:p>
        </p:txBody>
      </p:sp>
    </p:spTree>
    <p:extLst>
      <p:ext uri="{BB962C8B-B14F-4D97-AF65-F5344CB8AC3E}">
        <p14:creationId xmlns:p14="http://schemas.microsoft.com/office/powerpoint/2010/main" val="3036160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1ADE5D-9824-8BDE-E88A-6578756B5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301D2B-62B4-912E-8BAF-CD34A6AAAC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0BB86-1E87-7A52-2A7C-62DD0F209F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C89E9A-AB60-3F40-AAED-B6858C8AC26A}" type="datetimeFigureOut">
              <a:rPr lang="en-US" smtClean="0"/>
              <a:t>5/3/25</a:t>
            </a:fld>
            <a:endParaRPr lang="en-US"/>
          </a:p>
        </p:txBody>
      </p:sp>
      <p:sp>
        <p:nvSpPr>
          <p:cNvPr id="5" name="Footer Placeholder 4">
            <a:extLst>
              <a:ext uri="{FF2B5EF4-FFF2-40B4-BE49-F238E27FC236}">
                <a16:creationId xmlns:a16="http://schemas.microsoft.com/office/drawing/2014/main" id="{6C580115-7169-E440-8B91-3B38736B46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938AB6-6602-8ABD-0615-AE8112BED6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6C1E89-1FE8-064C-A8F2-8270C9057890}" type="slidenum">
              <a:rPr lang="en-US" smtClean="0"/>
              <a:t>‹#›</a:t>
            </a:fld>
            <a:endParaRPr lang="en-US"/>
          </a:p>
        </p:txBody>
      </p:sp>
    </p:spTree>
    <p:extLst>
      <p:ext uri="{BB962C8B-B14F-4D97-AF65-F5344CB8AC3E}">
        <p14:creationId xmlns:p14="http://schemas.microsoft.com/office/powerpoint/2010/main" val="2200027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635F1-E40C-C4D7-5B1D-2D9FAF8066DD}"/>
              </a:ext>
            </a:extLst>
          </p:cNvPr>
          <p:cNvSpPr>
            <a:spLocks noGrp="1"/>
          </p:cNvSpPr>
          <p:nvPr>
            <p:ph type="ctrTitle"/>
          </p:nvPr>
        </p:nvSpPr>
        <p:spPr/>
        <p:txBody>
          <a:bodyPr/>
          <a:lstStyle/>
          <a:p>
            <a:r>
              <a:rPr lang="tr-TR" dirty="0"/>
              <a:t>Oyun Senaryosu</a:t>
            </a:r>
            <a:endParaRPr lang="en-US" dirty="0"/>
          </a:p>
        </p:txBody>
      </p:sp>
      <p:sp>
        <p:nvSpPr>
          <p:cNvPr id="3" name="Subtitle 2">
            <a:extLst>
              <a:ext uri="{FF2B5EF4-FFF2-40B4-BE49-F238E27FC236}">
                <a16:creationId xmlns:a16="http://schemas.microsoft.com/office/drawing/2014/main" id="{72AD53F8-3C15-C0CE-164C-270EBD77A712}"/>
              </a:ext>
            </a:extLst>
          </p:cNvPr>
          <p:cNvSpPr>
            <a:spLocks noGrp="1"/>
          </p:cNvSpPr>
          <p:nvPr>
            <p:ph type="subTitle" idx="1"/>
          </p:nvPr>
        </p:nvSpPr>
        <p:spPr/>
        <p:txBody>
          <a:bodyPr/>
          <a:lstStyle/>
          <a:p>
            <a:r>
              <a:rPr lang="tr-TR" dirty="0"/>
              <a:t>The City of Time</a:t>
            </a:r>
            <a:endParaRPr lang="en-US" dirty="0"/>
          </a:p>
        </p:txBody>
      </p:sp>
    </p:spTree>
    <p:extLst>
      <p:ext uri="{BB962C8B-B14F-4D97-AF65-F5344CB8AC3E}">
        <p14:creationId xmlns:p14="http://schemas.microsoft.com/office/powerpoint/2010/main" val="3597087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FDAD8-C0C0-64D4-F112-4172D82A3157}"/>
              </a:ext>
            </a:extLst>
          </p:cNvPr>
          <p:cNvSpPr>
            <a:spLocks noGrp="1"/>
          </p:cNvSpPr>
          <p:nvPr>
            <p:ph type="title"/>
          </p:nvPr>
        </p:nvSpPr>
        <p:spPr/>
        <p:txBody>
          <a:bodyPr/>
          <a:lstStyle/>
          <a:p>
            <a:r>
              <a:rPr lang="tr-TR" dirty="0"/>
              <a:t>Genel Kurgu</a:t>
            </a:r>
            <a:endParaRPr lang="en-US" dirty="0"/>
          </a:p>
        </p:txBody>
      </p:sp>
      <p:sp>
        <p:nvSpPr>
          <p:cNvPr id="3" name="Content Placeholder 2">
            <a:extLst>
              <a:ext uri="{FF2B5EF4-FFF2-40B4-BE49-F238E27FC236}">
                <a16:creationId xmlns:a16="http://schemas.microsoft.com/office/drawing/2014/main" id="{83728A15-F20E-CCFD-989D-1070DA025722}"/>
              </a:ext>
            </a:extLst>
          </p:cNvPr>
          <p:cNvSpPr>
            <a:spLocks noGrp="1"/>
          </p:cNvSpPr>
          <p:nvPr>
            <p:ph idx="1"/>
          </p:nvPr>
        </p:nvSpPr>
        <p:spPr/>
        <p:txBody>
          <a:bodyPr/>
          <a:lstStyle/>
          <a:p>
            <a:r>
              <a:rPr lang="en-US" sz="2800" dirty="0" err="1"/>
              <a:t>Hikayemiz</a:t>
            </a:r>
            <a:r>
              <a:rPr lang="en-US" sz="2800" dirty="0"/>
              <a:t> </a:t>
            </a:r>
            <a:r>
              <a:rPr lang="en-US" sz="2800" dirty="0" err="1"/>
              <a:t>Zaman</a:t>
            </a:r>
            <a:r>
              <a:rPr lang="en-US" sz="2800" dirty="0"/>
              <a:t> </a:t>
            </a:r>
            <a:r>
              <a:rPr lang="en-US" sz="2800" dirty="0" err="1"/>
              <a:t>Şehri’nde</a:t>
            </a:r>
            <a:r>
              <a:rPr lang="en-US" sz="2800" dirty="0"/>
              <a:t> </a:t>
            </a:r>
            <a:r>
              <a:rPr lang="en-US" sz="2800" dirty="0" err="1"/>
              <a:t>geçer</a:t>
            </a:r>
            <a:r>
              <a:rPr lang="en-US" sz="2800" dirty="0"/>
              <a:t>, </a:t>
            </a:r>
            <a:r>
              <a:rPr lang="en-US" sz="2800" dirty="0" err="1"/>
              <a:t>kaynağı</a:t>
            </a:r>
            <a:r>
              <a:rPr lang="en-US" sz="2800" dirty="0"/>
              <a:t> </a:t>
            </a:r>
            <a:r>
              <a:rPr lang="en-US" sz="2800" dirty="0" err="1"/>
              <a:t>bilinmeyen</a:t>
            </a:r>
            <a:r>
              <a:rPr lang="en-US" sz="2800" dirty="0"/>
              <a:t> </a:t>
            </a:r>
            <a:r>
              <a:rPr lang="en-US" sz="2800" dirty="0" err="1"/>
              <a:t>bir</a:t>
            </a:r>
            <a:r>
              <a:rPr lang="en-US" sz="2800" dirty="0"/>
              <a:t> </a:t>
            </a:r>
            <a:r>
              <a:rPr lang="en-US" sz="2800" dirty="0" err="1"/>
              <a:t>sebeple</a:t>
            </a:r>
            <a:r>
              <a:rPr lang="en-US" sz="2800" dirty="0"/>
              <a:t> </a:t>
            </a:r>
            <a:r>
              <a:rPr lang="en-US" sz="2800" dirty="0" err="1"/>
              <a:t>şehre</a:t>
            </a:r>
            <a:r>
              <a:rPr lang="en-US" sz="2800" dirty="0"/>
              <a:t> </a:t>
            </a:r>
            <a:r>
              <a:rPr lang="en-US" sz="2800" dirty="0" err="1"/>
              <a:t>bir</a:t>
            </a:r>
            <a:r>
              <a:rPr lang="en-US" sz="2800" dirty="0"/>
              <a:t> </a:t>
            </a:r>
            <a:r>
              <a:rPr lang="en-US" sz="2800" dirty="0" err="1"/>
              <a:t>nükleer</a:t>
            </a:r>
            <a:r>
              <a:rPr lang="en-US" sz="2800" dirty="0"/>
              <a:t> </a:t>
            </a:r>
            <a:r>
              <a:rPr lang="en-US" sz="2800" dirty="0" err="1"/>
              <a:t>bomba</a:t>
            </a:r>
            <a:r>
              <a:rPr lang="en-US" sz="2800" dirty="0"/>
              <a:t> </a:t>
            </a:r>
            <a:r>
              <a:rPr lang="en-US" sz="2800" dirty="0" err="1"/>
              <a:t>yerleştirilmiştir</a:t>
            </a:r>
            <a:r>
              <a:rPr lang="en-US" sz="2800" dirty="0"/>
              <a:t>. Kahramanımız, her 5 </a:t>
            </a:r>
            <a:r>
              <a:rPr lang="en-US" sz="2800" dirty="0" err="1"/>
              <a:t>dakikada</a:t>
            </a:r>
            <a:r>
              <a:rPr lang="en-US" sz="2800" dirty="0"/>
              <a:t> </a:t>
            </a:r>
            <a:r>
              <a:rPr lang="en-US" sz="2800" dirty="0" err="1"/>
              <a:t>bir</a:t>
            </a:r>
            <a:r>
              <a:rPr lang="en-US" sz="2800" dirty="0"/>
              <a:t> </a:t>
            </a:r>
            <a:r>
              <a:rPr lang="en-US" sz="2800" dirty="0" err="1"/>
              <a:t>patlayan</a:t>
            </a:r>
            <a:r>
              <a:rPr lang="en-US" sz="2800" dirty="0"/>
              <a:t> </a:t>
            </a:r>
            <a:r>
              <a:rPr lang="en-US" sz="2800" dirty="0" err="1"/>
              <a:t>bir</a:t>
            </a:r>
            <a:r>
              <a:rPr lang="en-US" sz="2800" dirty="0"/>
              <a:t> </a:t>
            </a:r>
            <a:r>
              <a:rPr lang="en-US" sz="2800" dirty="0" err="1"/>
              <a:t>bombayla</a:t>
            </a:r>
            <a:r>
              <a:rPr lang="en-US" sz="2800" dirty="0"/>
              <a:t> </a:t>
            </a:r>
            <a:r>
              <a:rPr lang="en-US" sz="2800" dirty="0" err="1"/>
              <a:t>sürekli</a:t>
            </a:r>
            <a:r>
              <a:rPr lang="en-US" sz="2800" dirty="0"/>
              <a:t> </a:t>
            </a:r>
            <a:r>
              <a:rPr lang="en-US" sz="2800" dirty="0" err="1"/>
              <a:t>aynı</a:t>
            </a:r>
            <a:r>
              <a:rPr lang="en-US" sz="2800" dirty="0"/>
              <a:t> </a:t>
            </a:r>
            <a:r>
              <a:rPr lang="en-US" sz="2800" dirty="0" err="1"/>
              <a:t>günü</a:t>
            </a:r>
            <a:r>
              <a:rPr lang="en-US" sz="2800" dirty="0"/>
              <a:t> </a:t>
            </a:r>
            <a:r>
              <a:rPr lang="en-US" sz="2800" dirty="0" err="1"/>
              <a:t>yaşamaktadır</a:t>
            </a:r>
            <a:r>
              <a:rPr lang="en-US" sz="2800" dirty="0"/>
              <a:t>. </a:t>
            </a:r>
            <a:r>
              <a:rPr lang="en-US" sz="2800" dirty="0" err="1"/>
              <a:t>Ancak</a:t>
            </a:r>
            <a:r>
              <a:rPr lang="en-US" sz="2800" dirty="0"/>
              <a:t> her </a:t>
            </a:r>
            <a:r>
              <a:rPr lang="en-US" sz="2800" dirty="0" err="1"/>
              <a:t>döngüde</a:t>
            </a:r>
            <a:r>
              <a:rPr lang="en-US" sz="2800" dirty="0"/>
              <a:t> </a:t>
            </a:r>
            <a:r>
              <a:rPr lang="en-US" sz="2800" dirty="0" err="1"/>
              <a:t>edindiği</a:t>
            </a:r>
            <a:r>
              <a:rPr lang="en-US" sz="2800" dirty="0"/>
              <a:t> </a:t>
            </a:r>
            <a:r>
              <a:rPr lang="en-US" sz="2800" dirty="0" err="1"/>
              <a:t>bilgileri</a:t>
            </a:r>
            <a:r>
              <a:rPr lang="en-US" sz="2800" dirty="0"/>
              <a:t> </a:t>
            </a:r>
            <a:r>
              <a:rPr lang="en-US" sz="2800" dirty="0" err="1"/>
              <a:t>hatırlar</a:t>
            </a:r>
            <a:r>
              <a:rPr lang="en-US" sz="2800" dirty="0"/>
              <a:t>. </a:t>
            </a:r>
            <a:r>
              <a:rPr lang="en-US" sz="2800" dirty="0" err="1"/>
              <a:t>Amaç</a:t>
            </a:r>
            <a:r>
              <a:rPr lang="en-US" sz="2800" dirty="0"/>
              <a:t>, 10 </a:t>
            </a:r>
            <a:r>
              <a:rPr lang="en-US" sz="2800" dirty="0" err="1"/>
              <a:t>karakterli</a:t>
            </a:r>
            <a:r>
              <a:rPr lang="en-US" sz="2800" dirty="0"/>
              <a:t> </a:t>
            </a:r>
            <a:r>
              <a:rPr lang="en-US" sz="2800" dirty="0" err="1"/>
              <a:t>şifreyi</a:t>
            </a:r>
            <a:r>
              <a:rPr lang="en-US" sz="2800" dirty="0"/>
              <a:t> </a:t>
            </a:r>
            <a:r>
              <a:rPr lang="en-US" sz="2800" dirty="0" err="1"/>
              <a:t>bulmak</a:t>
            </a:r>
            <a:r>
              <a:rPr lang="en-US" sz="2800" dirty="0"/>
              <a:t> ve son </a:t>
            </a:r>
            <a:r>
              <a:rPr lang="en-US" sz="2800" dirty="0" err="1"/>
              <a:t>döngüde</a:t>
            </a:r>
            <a:r>
              <a:rPr lang="en-US" sz="2800" dirty="0"/>
              <a:t> </a:t>
            </a:r>
            <a:r>
              <a:rPr lang="en-US" sz="2800" dirty="0" err="1"/>
              <a:t>bombayı</a:t>
            </a:r>
            <a:r>
              <a:rPr lang="en-US" sz="2800" dirty="0"/>
              <a:t> </a:t>
            </a:r>
            <a:r>
              <a:rPr lang="en-US" sz="2800" dirty="0" err="1"/>
              <a:t>etkisiz</a:t>
            </a:r>
            <a:r>
              <a:rPr lang="en-US" sz="2800" dirty="0"/>
              <a:t> hale </a:t>
            </a:r>
            <a:r>
              <a:rPr lang="en-US" sz="2800" dirty="0" err="1"/>
              <a:t>getirerek</a:t>
            </a:r>
            <a:r>
              <a:rPr lang="en-US" sz="2800" dirty="0"/>
              <a:t> </a:t>
            </a:r>
            <a:r>
              <a:rPr lang="en-US" sz="2800" dirty="0" err="1"/>
              <a:t>zaman</a:t>
            </a:r>
            <a:r>
              <a:rPr lang="en-US" sz="2800" dirty="0"/>
              <a:t> </a:t>
            </a:r>
            <a:r>
              <a:rPr lang="en-US" sz="2800" dirty="0" err="1"/>
              <a:t>döngüsünü</a:t>
            </a:r>
            <a:r>
              <a:rPr lang="en-US" sz="2800" dirty="0"/>
              <a:t> </a:t>
            </a:r>
            <a:r>
              <a:rPr lang="en-US" sz="2800" dirty="0" err="1"/>
              <a:t>kırmaktır</a:t>
            </a:r>
            <a:r>
              <a:rPr lang="en-US" sz="2800" dirty="0"/>
              <a:t>.</a:t>
            </a:r>
            <a:endParaRPr lang="en-US" dirty="0"/>
          </a:p>
        </p:txBody>
      </p:sp>
    </p:spTree>
    <p:extLst>
      <p:ext uri="{BB962C8B-B14F-4D97-AF65-F5344CB8AC3E}">
        <p14:creationId xmlns:p14="http://schemas.microsoft.com/office/powerpoint/2010/main" val="3480050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D9E89-D562-EF9C-8D41-AAFC3D261314}"/>
              </a:ext>
            </a:extLst>
          </p:cNvPr>
          <p:cNvSpPr>
            <a:spLocks noGrp="1"/>
          </p:cNvSpPr>
          <p:nvPr>
            <p:ph type="title"/>
          </p:nvPr>
        </p:nvSpPr>
        <p:spPr/>
        <p:txBody>
          <a:bodyPr/>
          <a:lstStyle/>
          <a:p>
            <a:r>
              <a:rPr lang="tr-TR" dirty="0"/>
              <a:t>Döngü 1 - Radyodaki Ses</a:t>
            </a:r>
            <a:endParaRPr lang="en-US" dirty="0"/>
          </a:p>
        </p:txBody>
      </p:sp>
      <p:sp>
        <p:nvSpPr>
          <p:cNvPr id="3" name="Content Placeholder 2">
            <a:extLst>
              <a:ext uri="{FF2B5EF4-FFF2-40B4-BE49-F238E27FC236}">
                <a16:creationId xmlns:a16="http://schemas.microsoft.com/office/drawing/2014/main" id="{8DEDDAF8-CE21-66E7-148B-452A991A4400}"/>
              </a:ext>
            </a:extLst>
          </p:cNvPr>
          <p:cNvSpPr>
            <a:spLocks noGrp="1"/>
          </p:cNvSpPr>
          <p:nvPr>
            <p:ph idx="1"/>
          </p:nvPr>
        </p:nvSpPr>
        <p:spPr/>
        <p:txBody>
          <a:bodyPr>
            <a:normAutofit fontScale="92500"/>
          </a:bodyPr>
          <a:lstStyle/>
          <a:p>
            <a:r>
              <a:rPr lang="tr-TR" dirty="0"/>
              <a:t>Karakterimiz bomba patlamasıyla ölür ve ilk güne uyanır, yaşadığının bir rüya olduğunu düşünür ama takvimine bakıp tarihin değişmediğini görür ve bir şeylerin ters gittiğini anlar, radyoyu çalıştırır fakat radyodan sadece bir harf gelir. Y…Y…Y…</a:t>
            </a:r>
            <a:endParaRPr lang="en-US" dirty="0"/>
          </a:p>
        </p:txBody>
      </p:sp>
    </p:spTree>
    <p:extLst>
      <p:ext uri="{BB962C8B-B14F-4D97-AF65-F5344CB8AC3E}">
        <p14:creationId xmlns:p14="http://schemas.microsoft.com/office/powerpoint/2010/main" val="818454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256F9-2FE8-FE30-B937-FB56FCD6DF1A}"/>
              </a:ext>
            </a:extLst>
          </p:cNvPr>
          <p:cNvSpPr>
            <a:spLocks noGrp="1"/>
          </p:cNvSpPr>
          <p:nvPr>
            <p:ph type="title"/>
          </p:nvPr>
        </p:nvSpPr>
        <p:spPr/>
        <p:txBody>
          <a:bodyPr/>
          <a:lstStyle/>
          <a:p>
            <a:r>
              <a:rPr lang="tr-TR" dirty="0"/>
              <a:t>Döngü 2 – Balık Tutma</a:t>
            </a:r>
            <a:endParaRPr lang="en-US" dirty="0"/>
          </a:p>
        </p:txBody>
      </p:sp>
      <p:sp>
        <p:nvSpPr>
          <p:cNvPr id="3" name="Content Placeholder 2">
            <a:extLst>
              <a:ext uri="{FF2B5EF4-FFF2-40B4-BE49-F238E27FC236}">
                <a16:creationId xmlns:a16="http://schemas.microsoft.com/office/drawing/2014/main" id="{C175DD19-3ACF-DE29-5B74-EB42E588DC16}"/>
              </a:ext>
            </a:extLst>
          </p:cNvPr>
          <p:cNvSpPr>
            <a:spLocks noGrp="1"/>
          </p:cNvSpPr>
          <p:nvPr>
            <p:ph idx="1"/>
          </p:nvPr>
        </p:nvSpPr>
        <p:spPr/>
        <p:txBody>
          <a:bodyPr>
            <a:normAutofit/>
          </a:bodyPr>
          <a:lstStyle/>
          <a:p>
            <a:r>
              <a:rPr lang="en-US" dirty="0"/>
              <a:t>NPC: Balıkçı Remus</a:t>
            </a:r>
          </a:p>
          <a:p>
            <a:r>
              <a:rPr lang="en-US" dirty="0" err="1"/>
              <a:t>Görev</a:t>
            </a:r>
            <a:r>
              <a:rPr lang="en-US" dirty="0"/>
              <a:t>: </a:t>
            </a:r>
            <a:r>
              <a:rPr lang="en-US" dirty="0" err="1"/>
              <a:t>Oltayla</a:t>
            </a:r>
            <a:r>
              <a:rPr lang="en-US" dirty="0"/>
              <a:t> balık </a:t>
            </a:r>
            <a:r>
              <a:rPr lang="en-US" dirty="0" err="1"/>
              <a:t>tutarken</a:t>
            </a:r>
            <a:r>
              <a:rPr lang="en-US" dirty="0"/>
              <a:t> </a:t>
            </a:r>
            <a:r>
              <a:rPr lang="en-US" dirty="0" err="1"/>
              <a:t>birinin</a:t>
            </a:r>
            <a:r>
              <a:rPr lang="en-US" dirty="0"/>
              <a:t> </a:t>
            </a:r>
            <a:r>
              <a:rPr lang="en-US" dirty="0" err="1"/>
              <a:t>ağzından</a:t>
            </a:r>
            <a:r>
              <a:rPr lang="en-US" dirty="0"/>
              <a:t> not </a:t>
            </a:r>
            <a:r>
              <a:rPr lang="en-US" dirty="0" err="1"/>
              <a:t>bul</a:t>
            </a:r>
            <a:endParaRPr lang="en-US" dirty="0"/>
          </a:p>
          <a:p>
            <a:r>
              <a:rPr lang="en-US" dirty="0"/>
              <a:t>Keşif: </a:t>
            </a:r>
            <a:r>
              <a:rPr lang="en-US" dirty="0" err="1"/>
              <a:t>Notta</a:t>
            </a:r>
            <a:r>
              <a:rPr lang="en-US" dirty="0"/>
              <a:t> Z </a:t>
            </a:r>
            <a:r>
              <a:rPr lang="en-US" dirty="0" err="1"/>
              <a:t>yazıyor</a:t>
            </a:r>
            <a:endParaRPr lang="en-US" dirty="0"/>
          </a:p>
          <a:p>
            <a:r>
              <a:rPr lang="en-US" dirty="0" err="1"/>
              <a:t>Diyalog</a:t>
            </a:r>
            <a:r>
              <a:rPr lang="tr-TR" dirty="0"/>
              <a:t>:</a:t>
            </a:r>
            <a:endParaRPr lang="en-US" dirty="0"/>
          </a:p>
          <a:p>
            <a:r>
              <a:rPr lang="en-US" dirty="0"/>
              <a:t>Remus: </a:t>
            </a:r>
            <a:r>
              <a:rPr lang="en-US" dirty="0" err="1"/>
              <a:t>Balıklar</a:t>
            </a:r>
            <a:r>
              <a:rPr lang="en-US" dirty="0"/>
              <a:t> </a:t>
            </a:r>
            <a:r>
              <a:rPr lang="en-US" dirty="0" err="1"/>
              <a:t>bugün</a:t>
            </a:r>
            <a:r>
              <a:rPr lang="en-US" dirty="0"/>
              <a:t> </a:t>
            </a:r>
            <a:r>
              <a:rPr lang="en-US" dirty="0" err="1"/>
              <a:t>garip</a:t>
            </a:r>
            <a:r>
              <a:rPr lang="en-US" dirty="0"/>
              <a:t> </a:t>
            </a:r>
            <a:r>
              <a:rPr lang="en-US" dirty="0" err="1"/>
              <a:t>davranıyor</a:t>
            </a:r>
            <a:r>
              <a:rPr lang="en-US" dirty="0"/>
              <a:t>. </a:t>
            </a:r>
            <a:r>
              <a:rPr lang="en-US" dirty="0" err="1"/>
              <a:t>Yakalamaya</a:t>
            </a:r>
            <a:r>
              <a:rPr lang="en-US" dirty="0"/>
              <a:t> yardım </a:t>
            </a:r>
            <a:r>
              <a:rPr lang="en-US" dirty="0" err="1"/>
              <a:t>eder</a:t>
            </a:r>
            <a:r>
              <a:rPr lang="en-US" dirty="0"/>
              <a:t> </a:t>
            </a:r>
            <a:r>
              <a:rPr lang="en-US" dirty="0" err="1"/>
              <a:t>misin</a:t>
            </a:r>
            <a:r>
              <a:rPr lang="en-US" dirty="0"/>
              <a:t>? Kahraman: </a:t>
            </a:r>
            <a:r>
              <a:rPr lang="en-US" dirty="0" err="1"/>
              <a:t>Hemen</a:t>
            </a:r>
            <a:r>
              <a:rPr lang="en-US" dirty="0"/>
              <a:t> </a:t>
            </a:r>
            <a:r>
              <a:rPr lang="en-US" dirty="0" err="1"/>
              <a:t>deneyeyim</a:t>
            </a:r>
            <a:r>
              <a:rPr lang="en-US" dirty="0"/>
              <a:t>. *(Balığın </a:t>
            </a:r>
            <a:r>
              <a:rPr lang="en-US" dirty="0" err="1"/>
              <a:t>içinden</a:t>
            </a:r>
            <a:r>
              <a:rPr lang="en-US" dirty="0"/>
              <a:t> </a:t>
            </a:r>
            <a:r>
              <a:rPr lang="en-US" dirty="0" err="1"/>
              <a:t>kağıt</a:t>
            </a:r>
            <a:r>
              <a:rPr lang="en-US" dirty="0"/>
              <a:t> </a:t>
            </a:r>
            <a:r>
              <a:rPr lang="en-US" dirty="0" err="1"/>
              <a:t>çıkar</a:t>
            </a:r>
            <a:r>
              <a:rPr lang="en-US" dirty="0"/>
              <a:t>: “Z”) Kahraman: Bu da “Z”… Puzzle </a:t>
            </a:r>
            <a:r>
              <a:rPr lang="en-US" dirty="0" err="1"/>
              <a:t>gibi</a:t>
            </a:r>
            <a:r>
              <a:rPr lang="en-US" dirty="0"/>
              <a:t> </a:t>
            </a:r>
            <a:r>
              <a:rPr lang="en-US" dirty="0" err="1"/>
              <a:t>bir</a:t>
            </a:r>
            <a:r>
              <a:rPr lang="en-US" dirty="0"/>
              <a:t> </a:t>
            </a:r>
            <a:r>
              <a:rPr lang="en-US" dirty="0" err="1"/>
              <a:t>şey</a:t>
            </a:r>
            <a:r>
              <a:rPr lang="en-US" dirty="0"/>
              <a:t> bu. </a:t>
            </a:r>
          </a:p>
        </p:txBody>
      </p:sp>
    </p:spTree>
    <p:extLst>
      <p:ext uri="{BB962C8B-B14F-4D97-AF65-F5344CB8AC3E}">
        <p14:creationId xmlns:p14="http://schemas.microsoft.com/office/powerpoint/2010/main" val="1152441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B20B2-9BDD-C87A-81B9-9106ECD83685}"/>
              </a:ext>
            </a:extLst>
          </p:cNvPr>
          <p:cNvSpPr>
            <a:spLocks noGrp="1"/>
          </p:cNvSpPr>
          <p:nvPr>
            <p:ph type="title"/>
          </p:nvPr>
        </p:nvSpPr>
        <p:spPr/>
        <p:txBody>
          <a:bodyPr/>
          <a:lstStyle/>
          <a:p>
            <a:r>
              <a:rPr lang="tr-TR" dirty="0"/>
              <a:t>Döngü 3 – Ağaç Kesme</a:t>
            </a:r>
            <a:endParaRPr lang="en-US" dirty="0"/>
          </a:p>
        </p:txBody>
      </p:sp>
      <p:sp>
        <p:nvSpPr>
          <p:cNvPr id="3" name="Content Placeholder 2">
            <a:extLst>
              <a:ext uri="{FF2B5EF4-FFF2-40B4-BE49-F238E27FC236}">
                <a16:creationId xmlns:a16="http://schemas.microsoft.com/office/drawing/2014/main" id="{7D43D6D3-00BA-E101-6092-6733064AED14}"/>
              </a:ext>
            </a:extLst>
          </p:cNvPr>
          <p:cNvSpPr>
            <a:spLocks noGrp="1"/>
          </p:cNvSpPr>
          <p:nvPr>
            <p:ph idx="1"/>
          </p:nvPr>
        </p:nvSpPr>
        <p:spPr/>
        <p:txBody>
          <a:bodyPr>
            <a:normAutofit/>
          </a:bodyPr>
          <a:lstStyle/>
          <a:p>
            <a:r>
              <a:rPr lang="en-US" dirty="0"/>
              <a:t>NPC: </a:t>
            </a:r>
            <a:r>
              <a:rPr lang="en-US" dirty="0" err="1"/>
              <a:t>Oduncu</a:t>
            </a:r>
            <a:r>
              <a:rPr lang="en-US" dirty="0"/>
              <a:t> Kara Gert</a:t>
            </a:r>
          </a:p>
          <a:p>
            <a:r>
              <a:rPr lang="en-US" dirty="0" err="1"/>
              <a:t>Görev</a:t>
            </a:r>
            <a:r>
              <a:rPr lang="en-US" dirty="0"/>
              <a:t>: </a:t>
            </a:r>
            <a:r>
              <a:rPr lang="en-US" dirty="0" err="1"/>
              <a:t>Ağaç</a:t>
            </a:r>
            <a:r>
              <a:rPr lang="en-US" dirty="0"/>
              <a:t> </a:t>
            </a:r>
            <a:r>
              <a:rPr lang="en-US" dirty="0" err="1"/>
              <a:t>keserken</a:t>
            </a:r>
            <a:r>
              <a:rPr lang="en-US" dirty="0"/>
              <a:t> </a:t>
            </a:r>
            <a:r>
              <a:rPr lang="en-US" dirty="0" err="1"/>
              <a:t>kütük</a:t>
            </a:r>
            <a:r>
              <a:rPr lang="en-US" dirty="0"/>
              <a:t> </a:t>
            </a:r>
            <a:r>
              <a:rPr lang="en-US" dirty="0" err="1"/>
              <a:t>içinde</a:t>
            </a:r>
            <a:r>
              <a:rPr lang="en-US" dirty="0"/>
              <a:t> </a:t>
            </a:r>
            <a:r>
              <a:rPr lang="en-US" dirty="0" err="1"/>
              <a:t>kazılı</a:t>
            </a:r>
            <a:r>
              <a:rPr lang="en-US" dirty="0"/>
              <a:t> </a:t>
            </a:r>
            <a:r>
              <a:rPr lang="en-US" dirty="0" err="1"/>
              <a:t>harf</a:t>
            </a:r>
            <a:r>
              <a:rPr lang="en-US" dirty="0"/>
              <a:t> </a:t>
            </a:r>
            <a:r>
              <a:rPr lang="en-US" dirty="0" err="1"/>
              <a:t>bul</a:t>
            </a:r>
            <a:endParaRPr lang="en-US" dirty="0"/>
          </a:p>
          <a:p>
            <a:r>
              <a:rPr lang="en-US" dirty="0"/>
              <a:t>Keşif: “T” </a:t>
            </a:r>
            <a:r>
              <a:rPr lang="en-US" dirty="0" err="1"/>
              <a:t>harfi</a:t>
            </a:r>
            <a:r>
              <a:rPr lang="en-US" dirty="0"/>
              <a:t> </a:t>
            </a:r>
            <a:r>
              <a:rPr lang="en-US" dirty="0" err="1"/>
              <a:t>gövdeye</a:t>
            </a:r>
            <a:r>
              <a:rPr lang="en-US" dirty="0"/>
              <a:t> </a:t>
            </a:r>
            <a:r>
              <a:rPr lang="en-US" dirty="0" err="1"/>
              <a:t>oyulmuş</a:t>
            </a:r>
            <a:endParaRPr lang="en-US" dirty="0"/>
          </a:p>
          <a:p>
            <a:r>
              <a:rPr lang="en-US" dirty="0" err="1"/>
              <a:t>Diyalog</a:t>
            </a:r>
            <a:r>
              <a:rPr lang="en-US" dirty="0"/>
              <a:t>:</a:t>
            </a:r>
          </a:p>
          <a:p>
            <a:r>
              <a:rPr lang="en-US" dirty="0"/>
              <a:t>Kara Gert: Şu </a:t>
            </a:r>
            <a:r>
              <a:rPr lang="en-US" dirty="0" err="1"/>
              <a:t>ağaçlar</a:t>
            </a:r>
            <a:r>
              <a:rPr lang="en-US" dirty="0"/>
              <a:t> </a:t>
            </a:r>
            <a:r>
              <a:rPr lang="en-US" dirty="0" err="1"/>
              <a:t>kurudu</a:t>
            </a:r>
            <a:r>
              <a:rPr lang="en-US" dirty="0"/>
              <a:t>. Yardım </a:t>
            </a:r>
            <a:r>
              <a:rPr lang="en-US" dirty="0" err="1"/>
              <a:t>eder</a:t>
            </a:r>
            <a:r>
              <a:rPr lang="en-US" dirty="0"/>
              <a:t> </a:t>
            </a:r>
            <a:r>
              <a:rPr lang="en-US" dirty="0" err="1"/>
              <a:t>misin</a:t>
            </a:r>
            <a:r>
              <a:rPr lang="en-US" dirty="0"/>
              <a:t> </a:t>
            </a:r>
            <a:r>
              <a:rPr lang="en-US" dirty="0" err="1"/>
              <a:t>kesmeye</a:t>
            </a:r>
            <a:r>
              <a:rPr lang="en-US" dirty="0"/>
              <a:t>? Kahraman: </a:t>
            </a:r>
            <a:r>
              <a:rPr lang="en-US" dirty="0" err="1"/>
              <a:t>Tabii</a:t>
            </a:r>
            <a:r>
              <a:rPr lang="en-US" dirty="0"/>
              <a:t>. *(</a:t>
            </a:r>
            <a:r>
              <a:rPr lang="en-US" dirty="0" err="1"/>
              <a:t>Ağaç</a:t>
            </a:r>
            <a:r>
              <a:rPr lang="en-US" dirty="0"/>
              <a:t> </a:t>
            </a:r>
            <a:r>
              <a:rPr lang="en-US" dirty="0" err="1"/>
              <a:t>kesilir</a:t>
            </a:r>
            <a:r>
              <a:rPr lang="en-US" dirty="0"/>
              <a:t>, </a:t>
            </a:r>
            <a:r>
              <a:rPr lang="en-US" dirty="0" err="1"/>
              <a:t>gövdede</a:t>
            </a:r>
            <a:r>
              <a:rPr lang="en-US" dirty="0"/>
              <a:t> “T” </a:t>
            </a:r>
            <a:r>
              <a:rPr lang="en-US" dirty="0" err="1"/>
              <a:t>yazısı</a:t>
            </a:r>
            <a:r>
              <a:rPr lang="en-US" dirty="0"/>
              <a:t>) Kahraman: </a:t>
            </a:r>
            <a:r>
              <a:rPr lang="en-US" dirty="0" err="1"/>
              <a:t>Bunu</a:t>
            </a:r>
            <a:r>
              <a:rPr lang="en-US" dirty="0"/>
              <a:t> </a:t>
            </a:r>
            <a:r>
              <a:rPr lang="en-US" dirty="0" err="1"/>
              <a:t>biri</a:t>
            </a:r>
            <a:r>
              <a:rPr lang="en-US" dirty="0"/>
              <a:t> </a:t>
            </a:r>
            <a:r>
              <a:rPr lang="en-US" dirty="0" err="1"/>
              <a:t>bilerek</a:t>
            </a:r>
            <a:r>
              <a:rPr lang="en-US" dirty="0"/>
              <a:t> </a:t>
            </a:r>
            <a:r>
              <a:rPr lang="en-US" dirty="0" err="1"/>
              <a:t>kazımış</a:t>
            </a:r>
            <a:r>
              <a:rPr lang="en-US" dirty="0"/>
              <a:t>… “T”. </a:t>
            </a:r>
          </a:p>
        </p:txBody>
      </p:sp>
    </p:spTree>
    <p:extLst>
      <p:ext uri="{BB962C8B-B14F-4D97-AF65-F5344CB8AC3E}">
        <p14:creationId xmlns:p14="http://schemas.microsoft.com/office/powerpoint/2010/main" val="2731540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80CDB-39F9-1256-ED0D-8BC314D077EF}"/>
              </a:ext>
            </a:extLst>
          </p:cNvPr>
          <p:cNvSpPr>
            <a:spLocks noGrp="1"/>
          </p:cNvSpPr>
          <p:nvPr>
            <p:ph type="title"/>
          </p:nvPr>
        </p:nvSpPr>
        <p:spPr/>
        <p:txBody>
          <a:bodyPr/>
          <a:lstStyle/>
          <a:p>
            <a:r>
              <a:rPr lang="tr-TR" dirty="0"/>
              <a:t>Döngü 4 – Tarla Kazısı</a:t>
            </a:r>
            <a:endParaRPr lang="en-US" dirty="0"/>
          </a:p>
        </p:txBody>
      </p:sp>
      <p:sp>
        <p:nvSpPr>
          <p:cNvPr id="3" name="Content Placeholder 2">
            <a:extLst>
              <a:ext uri="{FF2B5EF4-FFF2-40B4-BE49-F238E27FC236}">
                <a16:creationId xmlns:a16="http://schemas.microsoft.com/office/drawing/2014/main" id="{09C74C19-FE8C-8DD1-84C8-CBDB002BE063}"/>
              </a:ext>
            </a:extLst>
          </p:cNvPr>
          <p:cNvSpPr>
            <a:spLocks noGrp="1"/>
          </p:cNvSpPr>
          <p:nvPr>
            <p:ph idx="1"/>
          </p:nvPr>
        </p:nvSpPr>
        <p:spPr/>
        <p:txBody>
          <a:bodyPr>
            <a:normAutofit/>
          </a:bodyPr>
          <a:lstStyle/>
          <a:p>
            <a:r>
              <a:rPr lang="en-US" dirty="0"/>
              <a:t>NPC: Çiftçi Timo</a:t>
            </a:r>
          </a:p>
          <a:p>
            <a:r>
              <a:rPr lang="en-US" dirty="0" err="1"/>
              <a:t>Görev</a:t>
            </a:r>
            <a:r>
              <a:rPr lang="en-US" dirty="0"/>
              <a:t>: </a:t>
            </a:r>
            <a:r>
              <a:rPr lang="en-US" dirty="0" err="1"/>
              <a:t>Tarlada</a:t>
            </a:r>
            <a:r>
              <a:rPr lang="en-US" dirty="0"/>
              <a:t> </a:t>
            </a:r>
            <a:r>
              <a:rPr lang="en-US" dirty="0" err="1"/>
              <a:t>kazı</a:t>
            </a:r>
            <a:r>
              <a:rPr lang="en-US" dirty="0"/>
              <a:t> yap, metal </a:t>
            </a:r>
            <a:r>
              <a:rPr lang="en-US" dirty="0" err="1"/>
              <a:t>plaka</a:t>
            </a:r>
            <a:r>
              <a:rPr lang="en-US" dirty="0"/>
              <a:t> </a:t>
            </a:r>
            <a:r>
              <a:rPr lang="en-US" dirty="0" err="1"/>
              <a:t>bul</a:t>
            </a:r>
            <a:endParaRPr lang="en-US" dirty="0"/>
          </a:p>
          <a:p>
            <a:r>
              <a:rPr lang="en-US" dirty="0"/>
              <a:t>Keşif: </a:t>
            </a:r>
            <a:r>
              <a:rPr lang="en-US" dirty="0" err="1"/>
              <a:t>Plakada</a:t>
            </a:r>
            <a:r>
              <a:rPr lang="en-US" dirty="0"/>
              <a:t> A </a:t>
            </a:r>
            <a:r>
              <a:rPr lang="en-US" dirty="0" err="1"/>
              <a:t>harfi</a:t>
            </a:r>
            <a:r>
              <a:rPr lang="en-US" dirty="0"/>
              <a:t> var</a:t>
            </a:r>
          </a:p>
          <a:p>
            <a:r>
              <a:rPr lang="en-US" dirty="0" err="1"/>
              <a:t>Diyalog</a:t>
            </a:r>
            <a:r>
              <a:rPr lang="en-US" dirty="0"/>
              <a:t>:</a:t>
            </a:r>
          </a:p>
          <a:p>
            <a:r>
              <a:rPr lang="en-US" dirty="0"/>
              <a:t>Timo: Toprak </a:t>
            </a:r>
            <a:r>
              <a:rPr lang="en-US" dirty="0" err="1"/>
              <a:t>kazmam</a:t>
            </a:r>
            <a:r>
              <a:rPr lang="en-US" dirty="0"/>
              <a:t> </a:t>
            </a:r>
            <a:r>
              <a:rPr lang="en-US" dirty="0" err="1"/>
              <a:t>gerek</a:t>
            </a:r>
            <a:r>
              <a:rPr lang="en-US" dirty="0"/>
              <a:t> </a:t>
            </a:r>
            <a:r>
              <a:rPr lang="en-US" dirty="0" err="1"/>
              <a:t>ama</a:t>
            </a:r>
            <a:r>
              <a:rPr lang="en-US" dirty="0"/>
              <a:t> yaşlı </a:t>
            </a:r>
            <a:r>
              <a:rPr lang="en-US" dirty="0" err="1"/>
              <a:t>belim</a:t>
            </a:r>
            <a:r>
              <a:rPr lang="en-US" dirty="0"/>
              <a:t> </a:t>
            </a:r>
            <a:r>
              <a:rPr lang="en-US" dirty="0" err="1"/>
              <a:t>izin</a:t>
            </a:r>
            <a:r>
              <a:rPr lang="en-US" dirty="0"/>
              <a:t> </a:t>
            </a:r>
            <a:r>
              <a:rPr lang="en-US" dirty="0" err="1"/>
              <a:t>vermiyor</a:t>
            </a:r>
            <a:r>
              <a:rPr lang="en-US" dirty="0"/>
              <a:t>. Kahraman: </a:t>
            </a:r>
            <a:r>
              <a:rPr lang="en-US" dirty="0" err="1"/>
              <a:t>Hallederim</a:t>
            </a:r>
            <a:r>
              <a:rPr lang="en-US" dirty="0"/>
              <a:t>. *(Metal </a:t>
            </a:r>
            <a:r>
              <a:rPr lang="en-US" dirty="0" err="1"/>
              <a:t>obje</a:t>
            </a:r>
            <a:r>
              <a:rPr lang="en-US" dirty="0"/>
              <a:t> </a:t>
            </a:r>
            <a:r>
              <a:rPr lang="en-US" dirty="0" err="1"/>
              <a:t>çıkarılır</a:t>
            </a:r>
            <a:r>
              <a:rPr lang="en-US" dirty="0"/>
              <a:t>: </a:t>
            </a:r>
            <a:r>
              <a:rPr lang="en-US" dirty="0" err="1"/>
              <a:t>üstünde</a:t>
            </a:r>
            <a:r>
              <a:rPr lang="en-US" dirty="0"/>
              <a:t> “A”) Kahraman: </a:t>
            </a:r>
            <a:r>
              <a:rPr lang="en-US" dirty="0" err="1"/>
              <a:t>Bunlar</a:t>
            </a:r>
            <a:r>
              <a:rPr lang="en-US" dirty="0"/>
              <a:t> </a:t>
            </a:r>
            <a:r>
              <a:rPr lang="en-US" dirty="0" err="1"/>
              <a:t>birer</a:t>
            </a:r>
            <a:r>
              <a:rPr lang="en-US" dirty="0"/>
              <a:t> </a:t>
            </a:r>
            <a:r>
              <a:rPr lang="en-US" dirty="0" err="1"/>
              <a:t>parça</a:t>
            </a:r>
            <a:r>
              <a:rPr lang="en-US" dirty="0"/>
              <a:t>… </a:t>
            </a:r>
            <a:r>
              <a:rPr lang="en-US" dirty="0" err="1"/>
              <a:t>Şifre</a:t>
            </a:r>
            <a:r>
              <a:rPr lang="en-US" dirty="0"/>
              <a:t> </a:t>
            </a:r>
            <a:r>
              <a:rPr lang="en-US" dirty="0" err="1"/>
              <a:t>parçaları</a:t>
            </a:r>
            <a:r>
              <a:rPr lang="en-US" dirty="0"/>
              <a:t> mı? </a:t>
            </a:r>
          </a:p>
        </p:txBody>
      </p:sp>
    </p:spTree>
    <p:extLst>
      <p:ext uri="{BB962C8B-B14F-4D97-AF65-F5344CB8AC3E}">
        <p14:creationId xmlns:p14="http://schemas.microsoft.com/office/powerpoint/2010/main" val="1373740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ED0A-19DF-15C7-A29E-2890BE032395}"/>
              </a:ext>
            </a:extLst>
          </p:cNvPr>
          <p:cNvSpPr>
            <a:spLocks noGrp="1"/>
          </p:cNvSpPr>
          <p:nvPr>
            <p:ph type="title"/>
          </p:nvPr>
        </p:nvSpPr>
        <p:spPr/>
        <p:txBody>
          <a:bodyPr/>
          <a:lstStyle/>
          <a:p>
            <a:r>
              <a:rPr lang="tr-TR" dirty="0"/>
              <a:t>Döngü 5 – İskelet Saldırısı</a:t>
            </a:r>
            <a:endParaRPr lang="en-US" dirty="0"/>
          </a:p>
        </p:txBody>
      </p:sp>
      <p:sp>
        <p:nvSpPr>
          <p:cNvPr id="3" name="Content Placeholder 2">
            <a:extLst>
              <a:ext uri="{FF2B5EF4-FFF2-40B4-BE49-F238E27FC236}">
                <a16:creationId xmlns:a16="http://schemas.microsoft.com/office/drawing/2014/main" id="{45293EB6-C1B1-D489-BCC5-7B3FD5A812EB}"/>
              </a:ext>
            </a:extLst>
          </p:cNvPr>
          <p:cNvSpPr>
            <a:spLocks noGrp="1"/>
          </p:cNvSpPr>
          <p:nvPr>
            <p:ph idx="1"/>
          </p:nvPr>
        </p:nvSpPr>
        <p:spPr/>
        <p:txBody>
          <a:bodyPr>
            <a:normAutofit/>
          </a:bodyPr>
          <a:lstStyle/>
          <a:p>
            <a:r>
              <a:rPr lang="en-US" dirty="0"/>
              <a:t>NPC: </a:t>
            </a:r>
            <a:r>
              <a:rPr lang="en-US" dirty="0" err="1"/>
              <a:t>Kasabalı</a:t>
            </a:r>
            <a:r>
              <a:rPr lang="en-US" dirty="0"/>
              <a:t> Hern</a:t>
            </a:r>
          </a:p>
          <a:p>
            <a:r>
              <a:rPr lang="en-US" dirty="0" err="1"/>
              <a:t>Görev</a:t>
            </a:r>
            <a:r>
              <a:rPr lang="en-US" dirty="0"/>
              <a:t>: </a:t>
            </a:r>
            <a:r>
              <a:rPr lang="en-US" dirty="0" err="1"/>
              <a:t>Saldıran</a:t>
            </a:r>
            <a:r>
              <a:rPr lang="en-US" dirty="0"/>
              <a:t> </a:t>
            </a:r>
            <a:r>
              <a:rPr lang="en-US" dirty="0" err="1"/>
              <a:t>iskeletleri</a:t>
            </a:r>
            <a:r>
              <a:rPr lang="en-US" dirty="0"/>
              <a:t> </a:t>
            </a:r>
            <a:r>
              <a:rPr lang="en-US" dirty="0" err="1"/>
              <a:t>yok</a:t>
            </a:r>
            <a:r>
              <a:rPr lang="en-US" dirty="0"/>
              <a:t> et</a:t>
            </a:r>
          </a:p>
          <a:p>
            <a:r>
              <a:rPr lang="en-US" dirty="0"/>
              <a:t>Keşif: </a:t>
            </a:r>
            <a:r>
              <a:rPr lang="en-US" dirty="0" err="1"/>
              <a:t>Birinin</a:t>
            </a:r>
            <a:r>
              <a:rPr lang="en-US" dirty="0"/>
              <a:t> </a:t>
            </a:r>
            <a:r>
              <a:rPr lang="en-US" dirty="0" err="1"/>
              <a:t>kemiklerinde</a:t>
            </a:r>
            <a:r>
              <a:rPr lang="en-US" dirty="0"/>
              <a:t> </a:t>
            </a:r>
            <a:r>
              <a:rPr lang="en-US" dirty="0" err="1"/>
              <a:t>kazılı</a:t>
            </a:r>
            <a:r>
              <a:rPr lang="en-US" dirty="0"/>
              <a:t> 2</a:t>
            </a:r>
          </a:p>
          <a:p>
            <a:r>
              <a:rPr lang="en-US" dirty="0" err="1"/>
              <a:t>Diyalog</a:t>
            </a:r>
            <a:r>
              <a:rPr lang="en-US" dirty="0"/>
              <a:t>:</a:t>
            </a:r>
          </a:p>
          <a:p>
            <a:r>
              <a:rPr lang="en-US" dirty="0"/>
              <a:t>Hern: </a:t>
            </a:r>
            <a:r>
              <a:rPr lang="en-US" dirty="0" err="1"/>
              <a:t>Gece</a:t>
            </a:r>
            <a:r>
              <a:rPr lang="en-US" dirty="0"/>
              <a:t> </a:t>
            </a:r>
            <a:r>
              <a:rPr lang="en-US" dirty="0" err="1"/>
              <a:t>ormandan</a:t>
            </a:r>
            <a:r>
              <a:rPr lang="en-US" dirty="0"/>
              <a:t> </a:t>
            </a:r>
            <a:r>
              <a:rPr lang="en-US" dirty="0" err="1"/>
              <a:t>garip</a:t>
            </a:r>
            <a:r>
              <a:rPr lang="en-US" dirty="0"/>
              <a:t> </a:t>
            </a:r>
            <a:r>
              <a:rPr lang="en-US" dirty="0" err="1"/>
              <a:t>sesler</a:t>
            </a:r>
            <a:r>
              <a:rPr lang="en-US" dirty="0"/>
              <a:t> </a:t>
            </a:r>
            <a:r>
              <a:rPr lang="en-US" dirty="0" err="1"/>
              <a:t>geliyor</a:t>
            </a:r>
            <a:r>
              <a:rPr lang="en-US" dirty="0"/>
              <a:t>… yardım et! Kahraman: Ne </a:t>
            </a:r>
            <a:r>
              <a:rPr lang="en-US" dirty="0" err="1"/>
              <a:t>olduklarına</a:t>
            </a:r>
            <a:r>
              <a:rPr lang="en-US" dirty="0"/>
              <a:t> </a:t>
            </a:r>
            <a:r>
              <a:rPr lang="en-US" dirty="0" err="1"/>
              <a:t>bakalım</a:t>
            </a:r>
            <a:r>
              <a:rPr lang="en-US" dirty="0"/>
              <a:t>. *(</a:t>
            </a:r>
            <a:r>
              <a:rPr lang="en-US" dirty="0" err="1"/>
              <a:t>İskeletler</a:t>
            </a:r>
            <a:r>
              <a:rPr lang="en-US" dirty="0"/>
              <a:t> </a:t>
            </a:r>
            <a:r>
              <a:rPr lang="en-US" dirty="0" err="1"/>
              <a:t>yenilir</a:t>
            </a:r>
            <a:r>
              <a:rPr lang="en-US" dirty="0"/>
              <a:t>, </a:t>
            </a:r>
            <a:r>
              <a:rPr lang="en-US" dirty="0" err="1"/>
              <a:t>birinin</a:t>
            </a:r>
            <a:r>
              <a:rPr lang="en-US" dirty="0"/>
              <a:t> </a:t>
            </a:r>
            <a:r>
              <a:rPr lang="en-US" dirty="0" err="1"/>
              <a:t>kaburgasında</a:t>
            </a:r>
            <a:r>
              <a:rPr lang="en-US" dirty="0"/>
              <a:t> “2”) Kahraman: </a:t>
            </a:r>
            <a:r>
              <a:rPr lang="en-US" dirty="0" err="1"/>
              <a:t>Şifreye</a:t>
            </a:r>
            <a:r>
              <a:rPr lang="en-US" dirty="0"/>
              <a:t> </a:t>
            </a:r>
            <a:r>
              <a:rPr lang="en-US" dirty="0" err="1"/>
              <a:t>benziyor</a:t>
            </a:r>
            <a:r>
              <a:rPr lang="en-US" dirty="0"/>
              <a:t>… </a:t>
            </a:r>
          </a:p>
        </p:txBody>
      </p:sp>
    </p:spTree>
    <p:extLst>
      <p:ext uri="{BB962C8B-B14F-4D97-AF65-F5344CB8AC3E}">
        <p14:creationId xmlns:p14="http://schemas.microsoft.com/office/powerpoint/2010/main" val="851587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64F9-6A04-A864-B293-C352EE312E55}"/>
              </a:ext>
            </a:extLst>
          </p:cNvPr>
          <p:cNvSpPr>
            <a:spLocks noGrp="1"/>
          </p:cNvSpPr>
          <p:nvPr>
            <p:ph type="title"/>
          </p:nvPr>
        </p:nvSpPr>
        <p:spPr/>
        <p:txBody>
          <a:bodyPr/>
          <a:lstStyle/>
          <a:p>
            <a:r>
              <a:rPr lang="tr-TR" dirty="0"/>
              <a:t>Döngü 6 – Belediye Binası</a:t>
            </a:r>
            <a:endParaRPr lang="en-US" dirty="0"/>
          </a:p>
        </p:txBody>
      </p:sp>
      <p:sp>
        <p:nvSpPr>
          <p:cNvPr id="3" name="Content Placeholder 2">
            <a:extLst>
              <a:ext uri="{FF2B5EF4-FFF2-40B4-BE49-F238E27FC236}">
                <a16:creationId xmlns:a16="http://schemas.microsoft.com/office/drawing/2014/main" id="{C12906AE-7112-8397-EEA5-5281D89681AE}"/>
              </a:ext>
            </a:extLst>
          </p:cNvPr>
          <p:cNvSpPr>
            <a:spLocks noGrp="1"/>
          </p:cNvSpPr>
          <p:nvPr>
            <p:ph idx="1"/>
          </p:nvPr>
        </p:nvSpPr>
        <p:spPr/>
        <p:txBody>
          <a:bodyPr>
            <a:normAutofit/>
          </a:bodyPr>
          <a:lstStyle/>
          <a:p>
            <a:r>
              <a:rPr lang="en-US" dirty="0"/>
              <a:t>NPC: </a:t>
            </a:r>
            <a:r>
              <a:rPr lang="en-US" dirty="0" err="1"/>
              <a:t>Belediye</a:t>
            </a:r>
            <a:r>
              <a:rPr lang="en-US" dirty="0"/>
              <a:t> </a:t>
            </a:r>
            <a:r>
              <a:rPr lang="en-US" dirty="0" err="1"/>
              <a:t>Katibi</a:t>
            </a:r>
            <a:r>
              <a:rPr lang="en-US" dirty="0"/>
              <a:t> Lora</a:t>
            </a:r>
          </a:p>
          <a:p>
            <a:r>
              <a:rPr lang="en-US" dirty="0" err="1"/>
              <a:t>Görev</a:t>
            </a:r>
            <a:r>
              <a:rPr lang="en-US" dirty="0"/>
              <a:t>: Eski </a:t>
            </a:r>
            <a:r>
              <a:rPr lang="en-US" dirty="0" err="1"/>
              <a:t>dosyaları</a:t>
            </a:r>
            <a:r>
              <a:rPr lang="en-US" dirty="0"/>
              <a:t> </a:t>
            </a:r>
            <a:r>
              <a:rPr lang="en-US" dirty="0" err="1"/>
              <a:t>incele</a:t>
            </a:r>
            <a:r>
              <a:rPr lang="en-US" dirty="0"/>
              <a:t>, </a:t>
            </a:r>
            <a:r>
              <a:rPr lang="en-US" dirty="0" err="1"/>
              <a:t>kilitli</a:t>
            </a:r>
            <a:r>
              <a:rPr lang="en-US" dirty="0"/>
              <a:t> </a:t>
            </a:r>
            <a:r>
              <a:rPr lang="en-US" dirty="0" err="1"/>
              <a:t>çekmeceden</a:t>
            </a:r>
            <a:r>
              <a:rPr lang="en-US" dirty="0"/>
              <a:t> </a:t>
            </a:r>
            <a:r>
              <a:rPr lang="en-US" dirty="0" err="1"/>
              <a:t>yazılı</a:t>
            </a:r>
            <a:r>
              <a:rPr lang="en-US" dirty="0"/>
              <a:t> not </a:t>
            </a:r>
            <a:r>
              <a:rPr lang="en-US" dirty="0" err="1"/>
              <a:t>bul</a:t>
            </a:r>
            <a:endParaRPr lang="en-US" dirty="0"/>
          </a:p>
          <a:p>
            <a:r>
              <a:rPr lang="en-US" dirty="0"/>
              <a:t>Keşif: </a:t>
            </a:r>
            <a:r>
              <a:rPr lang="en-US" dirty="0" err="1"/>
              <a:t>Kağıtta</a:t>
            </a:r>
            <a:r>
              <a:rPr lang="en-US" dirty="0"/>
              <a:t> </a:t>
            </a:r>
            <a:r>
              <a:rPr lang="en-US" dirty="0" err="1"/>
              <a:t>büyükçe</a:t>
            </a:r>
            <a:r>
              <a:rPr lang="en-US" dirty="0"/>
              <a:t> </a:t>
            </a:r>
            <a:r>
              <a:rPr lang="en-US" dirty="0" err="1"/>
              <a:t>bir</a:t>
            </a:r>
            <a:r>
              <a:rPr lang="en-US" dirty="0"/>
              <a:t> 0</a:t>
            </a:r>
          </a:p>
          <a:p>
            <a:r>
              <a:rPr lang="en-US" dirty="0" err="1"/>
              <a:t>Diyalog</a:t>
            </a:r>
            <a:r>
              <a:rPr lang="en-US" dirty="0"/>
              <a:t>:</a:t>
            </a:r>
          </a:p>
          <a:p>
            <a:r>
              <a:rPr lang="en-US" dirty="0"/>
              <a:t>Lora: Eski </a:t>
            </a:r>
            <a:r>
              <a:rPr lang="en-US" dirty="0" err="1"/>
              <a:t>dosyalarda</a:t>
            </a:r>
            <a:r>
              <a:rPr lang="en-US" dirty="0"/>
              <a:t> </a:t>
            </a:r>
            <a:r>
              <a:rPr lang="en-US" dirty="0" err="1"/>
              <a:t>bir</a:t>
            </a:r>
            <a:r>
              <a:rPr lang="en-US" dirty="0"/>
              <a:t> </a:t>
            </a:r>
            <a:r>
              <a:rPr lang="en-US" dirty="0" err="1"/>
              <a:t>şeyler</a:t>
            </a:r>
            <a:r>
              <a:rPr lang="en-US" dirty="0"/>
              <a:t> </a:t>
            </a:r>
            <a:r>
              <a:rPr lang="en-US" dirty="0" err="1"/>
              <a:t>arıyordum</a:t>
            </a:r>
            <a:r>
              <a:rPr lang="en-US" dirty="0"/>
              <a:t> </a:t>
            </a:r>
            <a:r>
              <a:rPr lang="en-US" dirty="0" err="1"/>
              <a:t>ama</a:t>
            </a:r>
            <a:r>
              <a:rPr lang="en-US" dirty="0"/>
              <a:t> </a:t>
            </a:r>
            <a:r>
              <a:rPr lang="en-US" dirty="0" err="1"/>
              <a:t>kayboldum</a:t>
            </a:r>
            <a:r>
              <a:rPr lang="en-US" dirty="0"/>
              <a:t>… yardım </a:t>
            </a:r>
            <a:r>
              <a:rPr lang="en-US" dirty="0" err="1"/>
              <a:t>eder</a:t>
            </a:r>
            <a:r>
              <a:rPr lang="en-US" dirty="0"/>
              <a:t> </a:t>
            </a:r>
            <a:r>
              <a:rPr lang="en-US" dirty="0" err="1"/>
              <a:t>misin</a:t>
            </a:r>
            <a:r>
              <a:rPr lang="en-US" dirty="0"/>
              <a:t>? Kahraman: </a:t>
            </a:r>
            <a:r>
              <a:rPr lang="en-US" dirty="0" err="1"/>
              <a:t>Aradığın</a:t>
            </a:r>
            <a:r>
              <a:rPr lang="en-US" dirty="0"/>
              <a:t> </a:t>
            </a:r>
            <a:r>
              <a:rPr lang="en-US" dirty="0" err="1"/>
              <a:t>ne</a:t>
            </a:r>
            <a:r>
              <a:rPr lang="en-US" dirty="0"/>
              <a:t> </a:t>
            </a:r>
            <a:r>
              <a:rPr lang="en-US" dirty="0" err="1"/>
              <a:t>olabilir</a:t>
            </a:r>
            <a:r>
              <a:rPr lang="en-US" dirty="0"/>
              <a:t>? *(</a:t>
            </a:r>
            <a:r>
              <a:rPr lang="en-US" dirty="0" err="1"/>
              <a:t>Çekmece</a:t>
            </a:r>
            <a:r>
              <a:rPr lang="en-US" dirty="0"/>
              <a:t> </a:t>
            </a:r>
            <a:r>
              <a:rPr lang="en-US" dirty="0" err="1"/>
              <a:t>açılır</a:t>
            </a:r>
            <a:r>
              <a:rPr lang="en-US" dirty="0"/>
              <a:t>, </a:t>
            </a:r>
            <a:r>
              <a:rPr lang="en-US" dirty="0" err="1"/>
              <a:t>notta</a:t>
            </a:r>
            <a:r>
              <a:rPr lang="en-US" dirty="0"/>
              <a:t> “0”) Kahraman: </a:t>
            </a:r>
            <a:r>
              <a:rPr lang="en-US" dirty="0" err="1"/>
              <a:t>Bunu</a:t>
            </a:r>
            <a:r>
              <a:rPr lang="en-US" dirty="0"/>
              <a:t> </a:t>
            </a:r>
            <a:r>
              <a:rPr lang="en-US" dirty="0" err="1"/>
              <a:t>burada</a:t>
            </a:r>
            <a:r>
              <a:rPr lang="en-US" dirty="0"/>
              <a:t> kim </a:t>
            </a:r>
            <a:r>
              <a:rPr lang="en-US" dirty="0" err="1"/>
              <a:t>sakladı</a:t>
            </a:r>
            <a:r>
              <a:rPr lang="en-US" dirty="0"/>
              <a:t>? </a:t>
            </a:r>
          </a:p>
        </p:txBody>
      </p:sp>
    </p:spTree>
    <p:extLst>
      <p:ext uri="{BB962C8B-B14F-4D97-AF65-F5344CB8AC3E}">
        <p14:creationId xmlns:p14="http://schemas.microsoft.com/office/powerpoint/2010/main" val="1768261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A530-A1FC-D8D5-C43A-E7947E0944CF}"/>
              </a:ext>
            </a:extLst>
          </p:cNvPr>
          <p:cNvSpPr>
            <a:spLocks noGrp="1"/>
          </p:cNvSpPr>
          <p:nvPr>
            <p:ph type="title"/>
          </p:nvPr>
        </p:nvSpPr>
        <p:spPr/>
        <p:txBody>
          <a:bodyPr/>
          <a:lstStyle/>
          <a:p>
            <a:r>
              <a:rPr lang="tr-TR" dirty="0"/>
              <a:t>Döngü 7 – Kavgacı Kardeşler</a:t>
            </a:r>
            <a:endParaRPr lang="en-US" dirty="0"/>
          </a:p>
        </p:txBody>
      </p:sp>
      <p:sp>
        <p:nvSpPr>
          <p:cNvPr id="3" name="Content Placeholder 2">
            <a:extLst>
              <a:ext uri="{FF2B5EF4-FFF2-40B4-BE49-F238E27FC236}">
                <a16:creationId xmlns:a16="http://schemas.microsoft.com/office/drawing/2014/main" id="{478CFC41-E439-2806-0C97-8990709C4FCD}"/>
              </a:ext>
            </a:extLst>
          </p:cNvPr>
          <p:cNvSpPr>
            <a:spLocks noGrp="1"/>
          </p:cNvSpPr>
          <p:nvPr>
            <p:ph idx="1"/>
          </p:nvPr>
        </p:nvSpPr>
        <p:spPr/>
        <p:txBody>
          <a:bodyPr>
            <a:normAutofit/>
          </a:bodyPr>
          <a:lstStyle/>
          <a:p>
            <a:r>
              <a:rPr lang="en-US" dirty="0"/>
              <a:t>NPC: </a:t>
            </a:r>
            <a:r>
              <a:rPr lang="en-US" dirty="0" err="1"/>
              <a:t>Kardeşler</a:t>
            </a:r>
            <a:r>
              <a:rPr lang="en-US" dirty="0"/>
              <a:t> Lia ve Pip</a:t>
            </a:r>
          </a:p>
          <a:p>
            <a:r>
              <a:rPr lang="en-US" dirty="0" err="1"/>
              <a:t>Görev</a:t>
            </a:r>
            <a:r>
              <a:rPr lang="en-US" dirty="0"/>
              <a:t>: </a:t>
            </a:r>
            <a:r>
              <a:rPr lang="en-US" dirty="0" err="1"/>
              <a:t>Kavganın</a:t>
            </a:r>
            <a:r>
              <a:rPr lang="en-US" dirty="0"/>
              <a:t> </a:t>
            </a:r>
            <a:r>
              <a:rPr lang="en-US" dirty="0" err="1"/>
              <a:t>nedenini</a:t>
            </a:r>
            <a:r>
              <a:rPr lang="en-US" dirty="0"/>
              <a:t> </a:t>
            </a:r>
            <a:r>
              <a:rPr lang="en-US" dirty="0" err="1"/>
              <a:t>öğren</a:t>
            </a:r>
            <a:r>
              <a:rPr lang="en-US" dirty="0"/>
              <a:t>, </a:t>
            </a:r>
            <a:r>
              <a:rPr lang="en-US" dirty="0" err="1"/>
              <a:t>şifreli</a:t>
            </a:r>
            <a:r>
              <a:rPr lang="en-US" dirty="0"/>
              <a:t> </a:t>
            </a:r>
            <a:r>
              <a:rPr lang="en-US" dirty="0" err="1"/>
              <a:t>kâğıdı</a:t>
            </a:r>
            <a:r>
              <a:rPr lang="en-US" dirty="0"/>
              <a:t> </a:t>
            </a:r>
            <a:r>
              <a:rPr lang="en-US" dirty="0" err="1"/>
              <a:t>fark</a:t>
            </a:r>
            <a:r>
              <a:rPr lang="en-US" dirty="0"/>
              <a:t> et</a:t>
            </a:r>
          </a:p>
          <a:p>
            <a:r>
              <a:rPr lang="en-US" dirty="0"/>
              <a:t>Keşif: </a:t>
            </a:r>
            <a:r>
              <a:rPr lang="en-US" dirty="0" err="1"/>
              <a:t>Ellerindeki</a:t>
            </a:r>
            <a:r>
              <a:rPr lang="en-US" dirty="0"/>
              <a:t> </a:t>
            </a:r>
            <a:r>
              <a:rPr lang="en-US" dirty="0" err="1"/>
              <a:t>kâğıtta</a:t>
            </a:r>
            <a:r>
              <a:rPr lang="en-US" dirty="0"/>
              <a:t> 2 </a:t>
            </a:r>
            <a:r>
              <a:rPr lang="en-US" dirty="0" err="1"/>
              <a:t>yazıyor</a:t>
            </a:r>
            <a:endParaRPr lang="en-US" dirty="0"/>
          </a:p>
          <a:p>
            <a:r>
              <a:rPr lang="en-US" dirty="0" err="1"/>
              <a:t>Diyalog</a:t>
            </a:r>
            <a:r>
              <a:rPr lang="en-US" dirty="0"/>
              <a:t>:</a:t>
            </a:r>
          </a:p>
          <a:p>
            <a:r>
              <a:rPr lang="en-US" dirty="0"/>
              <a:t>Kahraman: </a:t>
            </a:r>
            <a:r>
              <a:rPr lang="en-US" dirty="0" err="1"/>
              <a:t>Neden</a:t>
            </a:r>
            <a:r>
              <a:rPr lang="en-US" dirty="0"/>
              <a:t> </a:t>
            </a:r>
            <a:r>
              <a:rPr lang="en-US" dirty="0" err="1"/>
              <a:t>kavga</a:t>
            </a:r>
            <a:r>
              <a:rPr lang="en-US" dirty="0"/>
              <a:t> </a:t>
            </a:r>
            <a:r>
              <a:rPr lang="en-US" dirty="0" err="1"/>
              <a:t>ediyorsunuz</a:t>
            </a:r>
            <a:r>
              <a:rPr lang="en-US" dirty="0"/>
              <a:t>? Lia: Pip </a:t>
            </a:r>
            <a:r>
              <a:rPr lang="en-US" dirty="0" err="1"/>
              <a:t>benim</a:t>
            </a:r>
            <a:r>
              <a:rPr lang="en-US" dirty="0"/>
              <a:t> </a:t>
            </a:r>
            <a:r>
              <a:rPr lang="en-US" dirty="0" err="1"/>
              <a:t>gizli</a:t>
            </a:r>
            <a:r>
              <a:rPr lang="en-US" dirty="0"/>
              <a:t> </a:t>
            </a:r>
            <a:r>
              <a:rPr lang="en-US" dirty="0" err="1"/>
              <a:t>notumu</a:t>
            </a:r>
            <a:r>
              <a:rPr lang="en-US" dirty="0"/>
              <a:t> </a:t>
            </a:r>
            <a:r>
              <a:rPr lang="en-US" dirty="0" err="1"/>
              <a:t>aldı</a:t>
            </a:r>
            <a:r>
              <a:rPr lang="en-US" dirty="0"/>
              <a:t>! Pip: O </a:t>
            </a:r>
            <a:r>
              <a:rPr lang="en-US" dirty="0" err="1"/>
              <a:t>zaten</a:t>
            </a:r>
            <a:r>
              <a:rPr lang="en-US" dirty="0"/>
              <a:t> </a:t>
            </a:r>
            <a:r>
              <a:rPr lang="en-US" dirty="0" err="1"/>
              <a:t>yerde</a:t>
            </a:r>
            <a:r>
              <a:rPr lang="en-US" dirty="0"/>
              <a:t> </a:t>
            </a:r>
            <a:r>
              <a:rPr lang="en-US" dirty="0" err="1"/>
              <a:t>bulduğum</a:t>
            </a:r>
            <a:r>
              <a:rPr lang="en-US" dirty="0"/>
              <a:t> </a:t>
            </a:r>
            <a:r>
              <a:rPr lang="en-US" dirty="0" err="1"/>
              <a:t>bir</a:t>
            </a:r>
            <a:r>
              <a:rPr lang="en-US" dirty="0"/>
              <a:t> </a:t>
            </a:r>
            <a:r>
              <a:rPr lang="en-US" dirty="0" err="1"/>
              <a:t>şeydi</a:t>
            </a:r>
            <a:r>
              <a:rPr lang="en-US" dirty="0"/>
              <a:t>! *(Not </a:t>
            </a:r>
            <a:r>
              <a:rPr lang="en-US" dirty="0" err="1"/>
              <a:t>açılır</a:t>
            </a:r>
            <a:r>
              <a:rPr lang="en-US" dirty="0"/>
              <a:t>: “2”) Kahraman: Bu </a:t>
            </a:r>
            <a:r>
              <a:rPr lang="en-US" dirty="0" err="1"/>
              <a:t>çocuklar</a:t>
            </a:r>
            <a:r>
              <a:rPr lang="en-US" dirty="0"/>
              <a:t> </a:t>
            </a:r>
            <a:r>
              <a:rPr lang="en-US" dirty="0" err="1"/>
              <a:t>farkında</a:t>
            </a:r>
            <a:r>
              <a:rPr lang="en-US" dirty="0"/>
              <a:t> </a:t>
            </a:r>
            <a:r>
              <a:rPr lang="en-US" dirty="0" err="1"/>
              <a:t>olmadan</a:t>
            </a:r>
            <a:r>
              <a:rPr lang="en-US" dirty="0"/>
              <a:t> </a:t>
            </a:r>
            <a:r>
              <a:rPr lang="en-US" dirty="0" err="1"/>
              <a:t>bana</a:t>
            </a:r>
            <a:r>
              <a:rPr lang="en-US" dirty="0"/>
              <a:t> </a:t>
            </a:r>
            <a:r>
              <a:rPr lang="en-US" dirty="0" err="1"/>
              <a:t>ipucu</a:t>
            </a:r>
            <a:r>
              <a:rPr lang="en-US" dirty="0"/>
              <a:t> </a:t>
            </a:r>
            <a:r>
              <a:rPr lang="en-US" dirty="0" err="1"/>
              <a:t>verdi</a:t>
            </a:r>
            <a:r>
              <a:rPr lang="en-US" dirty="0"/>
              <a:t>… </a:t>
            </a:r>
          </a:p>
        </p:txBody>
      </p:sp>
    </p:spTree>
    <p:extLst>
      <p:ext uri="{BB962C8B-B14F-4D97-AF65-F5344CB8AC3E}">
        <p14:creationId xmlns:p14="http://schemas.microsoft.com/office/powerpoint/2010/main" val="296341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6AD5C-BE17-E18B-6D96-31E26664FE71}"/>
              </a:ext>
            </a:extLst>
          </p:cNvPr>
          <p:cNvSpPr>
            <a:spLocks noGrp="1"/>
          </p:cNvSpPr>
          <p:nvPr>
            <p:ph type="title"/>
          </p:nvPr>
        </p:nvSpPr>
        <p:spPr/>
        <p:txBody>
          <a:bodyPr/>
          <a:lstStyle/>
          <a:p>
            <a:r>
              <a:rPr lang="tr-TR" dirty="0"/>
              <a:t>Döngü 8 - Hazine</a:t>
            </a:r>
            <a:endParaRPr lang="en-US" dirty="0"/>
          </a:p>
        </p:txBody>
      </p:sp>
      <p:sp>
        <p:nvSpPr>
          <p:cNvPr id="3" name="Content Placeholder 2">
            <a:extLst>
              <a:ext uri="{FF2B5EF4-FFF2-40B4-BE49-F238E27FC236}">
                <a16:creationId xmlns:a16="http://schemas.microsoft.com/office/drawing/2014/main" id="{D7792B21-E2D2-7FE8-4E48-2C6BDE589C27}"/>
              </a:ext>
            </a:extLst>
          </p:cNvPr>
          <p:cNvSpPr>
            <a:spLocks noGrp="1"/>
          </p:cNvSpPr>
          <p:nvPr>
            <p:ph idx="1"/>
          </p:nvPr>
        </p:nvSpPr>
        <p:spPr/>
        <p:txBody>
          <a:bodyPr>
            <a:normAutofit/>
          </a:bodyPr>
          <a:lstStyle/>
          <a:p>
            <a:r>
              <a:rPr lang="en-US" dirty="0"/>
              <a:t>NPC: </a:t>
            </a:r>
            <a:r>
              <a:rPr lang="en-US" dirty="0" err="1"/>
              <a:t>Defineci</a:t>
            </a:r>
            <a:r>
              <a:rPr lang="en-US" dirty="0"/>
              <a:t> </a:t>
            </a:r>
            <a:r>
              <a:rPr lang="en-US" dirty="0" err="1"/>
              <a:t>Gon</a:t>
            </a:r>
            <a:endParaRPr lang="en-US" dirty="0"/>
          </a:p>
          <a:p>
            <a:r>
              <a:rPr lang="en-US" dirty="0" err="1"/>
              <a:t>Görev</a:t>
            </a:r>
            <a:r>
              <a:rPr lang="en-US" dirty="0"/>
              <a:t>: Eski </a:t>
            </a:r>
            <a:r>
              <a:rPr lang="en-US" dirty="0" err="1"/>
              <a:t>haritayla</a:t>
            </a:r>
            <a:r>
              <a:rPr lang="en-US" dirty="0"/>
              <a:t> </a:t>
            </a:r>
            <a:r>
              <a:rPr lang="en-US" dirty="0" err="1"/>
              <a:t>yerde</a:t>
            </a:r>
            <a:r>
              <a:rPr lang="en-US" dirty="0"/>
              <a:t> </a:t>
            </a:r>
            <a:r>
              <a:rPr lang="en-US" dirty="0" err="1"/>
              <a:t>işaretli</a:t>
            </a:r>
            <a:r>
              <a:rPr lang="en-US" dirty="0"/>
              <a:t> </a:t>
            </a:r>
            <a:r>
              <a:rPr lang="en-US" dirty="0" err="1"/>
              <a:t>noktayı</a:t>
            </a:r>
            <a:r>
              <a:rPr lang="en-US" dirty="0"/>
              <a:t> </a:t>
            </a:r>
            <a:r>
              <a:rPr lang="en-US" dirty="0" err="1"/>
              <a:t>kaz</a:t>
            </a:r>
            <a:endParaRPr lang="en-US" dirty="0"/>
          </a:p>
          <a:p>
            <a:r>
              <a:rPr lang="en-US" dirty="0"/>
              <a:t>Keşif: </a:t>
            </a:r>
            <a:r>
              <a:rPr lang="en-US" dirty="0" err="1"/>
              <a:t>Sandıkta</a:t>
            </a:r>
            <a:r>
              <a:rPr lang="en-US" dirty="0"/>
              <a:t> 5 </a:t>
            </a:r>
            <a:r>
              <a:rPr lang="en-US" dirty="0" err="1"/>
              <a:t>yazılı</a:t>
            </a:r>
            <a:r>
              <a:rPr lang="en-US" dirty="0"/>
              <a:t> </a:t>
            </a:r>
            <a:r>
              <a:rPr lang="en-US" dirty="0" err="1"/>
              <a:t>taş</a:t>
            </a:r>
            <a:r>
              <a:rPr lang="en-US" dirty="0"/>
              <a:t> var</a:t>
            </a:r>
          </a:p>
          <a:p>
            <a:r>
              <a:rPr lang="en-US" dirty="0" err="1"/>
              <a:t>Diyalog</a:t>
            </a:r>
            <a:r>
              <a:rPr lang="en-US" dirty="0"/>
              <a:t>:</a:t>
            </a:r>
          </a:p>
          <a:p>
            <a:r>
              <a:rPr lang="en-US" dirty="0" err="1"/>
              <a:t>Gon</a:t>
            </a:r>
            <a:r>
              <a:rPr lang="en-US" dirty="0"/>
              <a:t>: Bu </a:t>
            </a:r>
            <a:r>
              <a:rPr lang="en-US" dirty="0" err="1"/>
              <a:t>harita</a:t>
            </a:r>
            <a:r>
              <a:rPr lang="en-US" dirty="0"/>
              <a:t> </a:t>
            </a:r>
            <a:r>
              <a:rPr lang="en-US" dirty="0" err="1"/>
              <a:t>yıllardır</a:t>
            </a:r>
            <a:r>
              <a:rPr lang="en-US" dirty="0"/>
              <a:t> </a:t>
            </a:r>
            <a:r>
              <a:rPr lang="en-US" dirty="0" err="1"/>
              <a:t>elimde</a:t>
            </a:r>
            <a:r>
              <a:rPr lang="en-US" dirty="0"/>
              <a:t> </a:t>
            </a:r>
            <a:r>
              <a:rPr lang="en-US" dirty="0" err="1"/>
              <a:t>ama</a:t>
            </a:r>
            <a:r>
              <a:rPr lang="en-US" dirty="0"/>
              <a:t> </a:t>
            </a:r>
            <a:r>
              <a:rPr lang="en-US" dirty="0" err="1"/>
              <a:t>hiçbir</a:t>
            </a:r>
            <a:r>
              <a:rPr lang="en-US" dirty="0"/>
              <a:t> </a:t>
            </a:r>
            <a:r>
              <a:rPr lang="en-US" dirty="0" err="1"/>
              <a:t>şey</a:t>
            </a:r>
            <a:r>
              <a:rPr lang="en-US" dirty="0"/>
              <a:t> </a:t>
            </a:r>
            <a:r>
              <a:rPr lang="en-US" dirty="0" err="1"/>
              <a:t>bulamadım</a:t>
            </a:r>
            <a:r>
              <a:rPr lang="en-US" dirty="0"/>
              <a:t>. </a:t>
            </a:r>
            <a:r>
              <a:rPr lang="en-US" dirty="0" err="1"/>
              <a:t>Belki</a:t>
            </a:r>
            <a:r>
              <a:rPr lang="en-US" dirty="0"/>
              <a:t> </a:t>
            </a:r>
            <a:r>
              <a:rPr lang="en-US" dirty="0" err="1"/>
              <a:t>şans</a:t>
            </a:r>
            <a:r>
              <a:rPr lang="en-US" dirty="0"/>
              <a:t> </a:t>
            </a:r>
            <a:r>
              <a:rPr lang="en-US" dirty="0" err="1"/>
              <a:t>sende</a:t>
            </a:r>
            <a:r>
              <a:rPr lang="en-US" dirty="0"/>
              <a:t>? Kahraman: Hadi </a:t>
            </a:r>
            <a:r>
              <a:rPr lang="en-US" dirty="0" err="1"/>
              <a:t>deneyelim</a:t>
            </a:r>
            <a:r>
              <a:rPr lang="en-US" dirty="0"/>
              <a:t>. *(Sandık </a:t>
            </a:r>
            <a:r>
              <a:rPr lang="en-US" dirty="0" err="1"/>
              <a:t>çıkar</a:t>
            </a:r>
            <a:r>
              <a:rPr lang="en-US" dirty="0"/>
              <a:t>, </a:t>
            </a:r>
            <a:r>
              <a:rPr lang="en-US" dirty="0" err="1"/>
              <a:t>içinde</a:t>
            </a:r>
            <a:r>
              <a:rPr lang="en-US" dirty="0"/>
              <a:t> </a:t>
            </a:r>
            <a:r>
              <a:rPr lang="en-US" dirty="0" err="1"/>
              <a:t>taşta</a:t>
            </a:r>
            <a:r>
              <a:rPr lang="en-US" dirty="0"/>
              <a:t> “5”) Kahraman: Son </a:t>
            </a:r>
            <a:r>
              <a:rPr lang="en-US" dirty="0" err="1"/>
              <a:t>parça</a:t>
            </a:r>
            <a:r>
              <a:rPr lang="en-US" dirty="0"/>
              <a:t> da </a:t>
            </a:r>
            <a:r>
              <a:rPr lang="en-US" dirty="0" err="1"/>
              <a:t>tamam</a:t>
            </a:r>
            <a:r>
              <a:rPr lang="en-US" dirty="0"/>
              <a:t>… “Y-Z-T-A-2-0-2-5”. </a:t>
            </a:r>
          </a:p>
        </p:txBody>
      </p:sp>
    </p:spTree>
    <p:extLst>
      <p:ext uri="{BB962C8B-B14F-4D97-AF65-F5344CB8AC3E}">
        <p14:creationId xmlns:p14="http://schemas.microsoft.com/office/powerpoint/2010/main" val="3755285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Oyun Senaryosu</vt:lpstr>
      <vt:lpstr>Genel Kurgu</vt:lpstr>
      <vt:lpstr>Döngü 1 - Radyodaki Ses</vt:lpstr>
      <vt:lpstr>Döngü 2 – Balık Tutma</vt:lpstr>
      <vt:lpstr>Döngü 3 – Ağaç Kesme</vt:lpstr>
      <vt:lpstr>Döngü 4 – Tarla Kazısı</vt:lpstr>
      <vt:lpstr>Döngü 5 – İskelet Saldırısı</vt:lpstr>
      <vt:lpstr>Döngü 6 – Belediye Binası</vt:lpstr>
      <vt:lpstr>Döngü 7 – Kavgacı Kardeşler</vt:lpstr>
      <vt:lpstr>Döngü 8 - Hazine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Oyun Senaryosu</dc:title>
  <dc:creator>AHMET ENES KÜÇÜKMADAN</dc:creator>
  <cp:lastModifiedBy>AHMET ENES KÜÇÜKMADAN</cp:lastModifiedBy>
  <cp:revision>1</cp:revision>
  <dcterms:created xsi:type="dcterms:W3CDTF">2025-05-03T19:10:29Z</dcterms:created>
  <dcterms:modified xsi:type="dcterms:W3CDTF">2025-05-03T19:32:36Z</dcterms:modified>
</cp:coreProperties>
</file>